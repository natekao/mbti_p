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0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1A2E"/>
                </a:solidFill>
                <a:latin typeface="Microsoft JhengHei"/>
              </a:rPr>
              <a:t>第一章　冒險的起點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02040"/>
                </a:solidFill>
                <a:latin typeface="Microsoft JhengHei"/>
              </a:rPr>
              <a:t>小明與小花踏入森林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72768"/>
            <a:ext cx="9418320" cy="36576"/>
          </a:xfrm>
          <a:prstGeom prst="rect">
            <a:avLst/>
          </a:prstGeom>
          <a:solidFill>
            <a:srgbClr val="C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1A2E"/>
                </a:solidFill>
                <a:latin typeface="Microsoft JhengHei"/>
              </a:rPr>
              <a:t>九歲生日那天，小明受阿姨之託前往森林撿枯樹枝，
鄰居小花悄悄跟上，將折好的幸運星塞進他口袋。
「路上小心。」小花輕聲說，臉頰泛紅。
小明只是笑道：「妳真奇怪，都是鄰居了還這麼客氣。」
走進森林不久，林間傳來低沉的嗚嗚聲——
一頭灰毛狼人從黑暗中緩緩走出，黃色眼睛盯著小明，
卻沒有撲來，反而輕輕碰了碰他的臉頰，
用爪子在泥地上刻出兩個字：「爸爸。」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0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1A2E"/>
                </a:solidFill>
                <a:latin typeface="Microsoft JhengHei"/>
              </a:rPr>
              <a:t>第二章　真相與決戰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02040"/>
                </a:solidFill>
                <a:latin typeface="Microsoft JhengHei"/>
              </a:rPr>
              <a:t>邪惡虎鬼的復仇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72768"/>
            <a:ext cx="9418320" cy="36576"/>
          </a:xfrm>
          <a:prstGeom prst="rect">
            <a:avLst/>
          </a:prstGeom>
          <a:solidFill>
            <a:srgbClr val="C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1A2E"/>
                </a:solidFill>
                <a:latin typeface="Microsoft JhengHei"/>
              </a:rPr>
              <a:t>六年前，小明的父母以自身血脈為代價封印了詛咒之靈虎鬼，
從此化為狼人，在森林深處遠遠守望著兒子長大。
如今封印破裂，虎鬼找到母狼，奪走她的性命，
再追至父狼身邊，意圖斬草除根。
父狼拚死擋在小明前方，小花持斷枝刺向虎鬼後腿，
小明舉起幸運星護身符——金光爆發，
虎鬼在光芒中發出慘嚎，黑色身影化為灰燼。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0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1A2E"/>
                </a:solidFill>
                <a:latin typeface="Microsoft JhengHei"/>
              </a:rPr>
              <a:t>第三章　道別與新生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02040"/>
                </a:solidFill>
                <a:latin typeface="Microsoft JhengHei"/>
              </a:rPr>
              <a:t>愛在傍晚的村莊裡落地生根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72768"/>
            <a:ext cx="9418320" cy="36576"/>
          </a:xfrm>
          <a:prstGeom prst="rect">
            <a:avLst/>
          </a:prstGeom>
          <a:solidFill>
            <a:srgbClr val="C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1A2E"/>
                </a:solidFill>
                <a:latin typeface="Microsoft JhengHei"/>
              </a:rPr>
              <a:t>金光散去，父狼身負重傷緩緩倒下。
他用爪子刻下最後的話：「好好的。照顧彼此。」
隨後化作點點白光，消散於晨光之中。
小明站起身，牽起小花的手，兩人一起走出了森林。
黃昏時分，他們手牽手踏入村莊，
阿姨偷偷擦去眼角的淚，老伯笑著嚷：
「這兩個孩子終於開竅了！」
村子裡響起一片溫柔的笑聲。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